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AF3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0774C4"/>
                </a:solidFill>
                <a:latin typeface="Plus Jakarta Sans"/>
              </a:rPr>
              <a:t>GRAVITON 2026 · TEAM ANTIJAREX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56692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400" b="1">
                <a:solidFill>
                  <a:srgbClr val="0F172A"/>
                </a:solidFill>
                <a:latin typeface="Manrope"/>
              </a:rPr>
              <a:t>Sehat</a:t>
            </a:r>
          </a:p>
          <a:p>
            <a:pPr>
              <a:spcAft>
                <a:spcPts val="600"/>
              </a:spcAft>
            </a:pPr>
            <a:r>
              <a:rPr sz="4400" b="1">
                <a:solidFill>
                  <a:srgbClr val="0F172A"/>
                </a:solidFill>
                <a:latin typeface="Manrope"/>
              </a:rPr>
              <a:t>Care that connects itself.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931920"/>
            <a:ext cx="5303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5B6B80"/>
                </a:solidFill>
                <a:latin typeface="Plus Jakarta Sans"/>
              </a:rPr>
              <a:t>One live network for patients, hospitals, doctors, nurses, pharmacies and distributors, run by AI agents.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6692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0774C4"/>
                </a:solidFill>
                <a:latin typeface="Plus Jakarta Sans"/>
              </a:rPr>
              <a:t>sehat-ashen.vercel.app</a:t>
            </a:r>
          </a:p>
        </p:txBody>
      </p:sp>
      <p:pic>
        <p:nvPicPr>
          <p:cNvPr id="7" name="Picture 6" descr="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188720"/>
            <a:ext cx="5303520" cy="3314700"/>
          </a:xfrm>
          <a:prstGeom prst="rect">
            <a:avLst/>
          </a:prstGeom>
          <a:ln w="12700">
            <a:solidFill>
              <a:srgbClr val="DCE7F5"/>
            </a:solidFill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774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0774C4"/>
                </a:solidFill>
                <a:latin typeface="Plus Jakarta Sans"/>
              </a:rPr>
              <a:t>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0F172A"/>
                </a:solidFill>
                <a:latin typeface="Manrope"/>
              </a:rPr>
              <a:t>The care chain is broken at every handoff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B6B80"/>
                </a:solidFill>
                <a:latin typeface="Plus Jakarta Sans"/>
              </a:rPr>
              <a:t>Sehat · Team ANTIJAREX · GRAVITON 2026 · sehat-ashen.vercel.app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3566160" cy="2743200"/>
          </a:xfrm>
          <a:prstGeom prst="roundRect">
            <a:avLst/>
          </a:prstGeom>
          <a:solidFill>
            <a:srgbClr val="EAF3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2880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000" b="1">
                <a:solidFill>
                  <a:srgbClr val="0774C4"/>
                </a:solidFill>
                <a:latin typeface="Manrope"/>
              </a:rPr>
              <a:t>1 : 1,194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60320"/>
            <a:ext cx="31089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lus Jakarta Sans"/>
              </a:rPr>
              <a:t>Allopathic doctors to people in India (govt 1 : 834 includes AYUSH). Doctors spend time on paperwork, not patients.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645920"/>
            <a:ext cx="3566160" cy="2743200"/>
          </a:xfrm>
          <a:prstGeom prst="roundRect">
            <a:avLst/>
          </a:prstGeom>
          <a:solidFill>
            <a:srgbClr val="EAF3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182880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000" b="1">
                <a:solidFill>
                  <a:srgbClr val="0774C4"/>
                </a:solidFill>
                <a:latin typeface="Manrope"/>
              </a:rPr>
              <a:t>66%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2560320"/>
            <a:ext cx="31089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lus Jakarta Sans"/>
              </a:rPr>
              <a:t>Hypertension and diabetes patients in a Chennai study not taking medicines as prescribed: forgetting, fear of side effects.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645920"/>
            <a:ext cx="3566160" cy="2743200"/>
          </a:xfrm>
          <a:prstGeom prst="roundRect">
            <a:avLst/>
          </a:prstGeom>
          <a:solidFill>
            <a:srgbClr val="EAF3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182880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000" b="1">
                <a:solidFill>
                  <a:srgbClr val="0774C4"/>
                </a:solidFill>
                <a:latin typeface="Manrope"/>
              </a:rPr>
              <a:t>₹1.61 lakh cr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2560320"/>
            <a:ext cx="31089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lus Jakarta Sans"/>
              </a:rPr>
              <a:t>Spent by Indians on medicines in 2022-23 (National Health Accounts), much of it out of pocket.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75488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5B6B80"/>
                </a:solidFill>
                <a:latin typeface="Plus Jakarta Sans"/>
              </a:rPr>
              <a:t>Patients chase appointments, prescriptions get lost between doctor and pharmacy, pharmacies run out, elders forget doses.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5B6B80"/>
                </a:solidFill>
                <a:latin typeface="Plus Jakarta Sans"/>
              </a:rPr>
              <a:t>Sources: Business Standard (Dec 2023), Janata Weekly analysis, WHO IMSEAR (Chennai UHC study), Medical Dialogues (NHA).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774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0774C4"/>
                </a:solidFill>
                <a:latin typeface="Plus Jakarta Sans"/>
              </a:rPr>
              <a:t>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0F172A"/>
                </a:solidFill>
                <a:latin typeface="Manrope"/>
              </a:rPr>
              <a:t>One network. Six roles. Live on every device.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B6B80"/>
                </a:solidFill>
                <a:latin typeface="Plus Jakarta Sans"/>
              </a:rPr>
              <a:t>Sehat · Team ANTIJAREX · GRAVITON 2026 · sehat-ashen.vercel.app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4937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0F172A"/>
                </a:solidFill>
                <a:latin typeface="Plus Jakarta Sans"/>
              </a:rPr>
              <a:t>🙂  Patient books, tracks medicines, gets reports explained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F172A"/>
                </a:solidFill>
                <a:latin typeface="Plus Jakarta Sans"/>
              </a:rPr>
              <a:t>🏥  Hospital sees every booking, beds, doctors, roster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F172A"/>
                </a:solidFill>
                <a:latin typeface="Plus Jakarta Sans"/>
              </a:rPr>
              <a:t>🩺  Doctor: urgent-first queue → prescription in one tap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F172A"/>
                </a:solidFill>
                <a:latin typeface="Plus Jakarta Sans"/>
              </a:rPr>
              <a:t>🧑‍⚕️  Nurse: ward tasks, medicine round, handover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F172A"/>
                </a:solidFill>
                <a:latin typeface="Plus Jakarta Sans"/>
              </a:rPr>
              <a:t>💊  Pharmacy: Rx inbox, bill → patient approves → rider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F172A"/>
                </a:solidFill>
                <a:latin typeface="Plus Jakarta Sans"/>
              </a:rPr>
              <a:t>🚚  Supplier: live POs, dispatch, stock updates itself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F172A"/>
                </a:solidFill>
                <a:latin typeface="Plus Jakarta Sans"/>
              </a:rPr>
              <a:t>Hospitals, doctors and pharmacies register themselves; patients choose.</a:t>
            </a:r>
          </a:p>
        </p:txBody>
      </p:sp>
      <p:pic>
        <p:nvPicPr>
          <p:cNvPr id="7" name="Picture 6" descr="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463040"/>
            <a:ext cx="5943600" cy="3714750"/>
          </a:xfrm>
          <a:prstGeom prst="rect">
            <a:avLst/>
          </a:prstGeom>
          <a:ln w="12700">
            <a:solidFill>
              <a:srgbClr val="DCE7F5"/>
            </a:solidFill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774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0774C4"/>
                </a:solidFill>
                <a:latin typeface="Plus Jakarta Sans"/>
              </a:rP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0F172A"/>
                </a:solidFill>
                <a:latin typeface="Manrope"/>
              </a:rPr>
              <a:t>From symptom to doorstep, in one live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B6B80"/>
                </a:solidFill>
                <a:latin typeface="Plus Jakarta Sans"/>
              </a:rPr>
              <a:t>Sehat · Team ANTIJAREX · GRAVITON 2026 · sehat-ashen.vercel.app</a:t>
            </a:r>
          </a:p>
        </p:txBody>
      </p:sp>
      <p:pic>
        <p:nvPicPr>
          <p:cNvPr id="6" name="Picture 5" descr="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6949440" cy="4343400"/>
          </a:xfrm>
          <a:prstGeom prst="rect">
            <a:avLst/>
          </a:prstGeom>
          <a:ln w="12700">
            <a:solidFill>
              <a:srgbClr val="DCE7F5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7772400" y="155448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Plus Jakarta Sans"/>
              </a:rPr>
              <a:t>1  Rahul books from symptoms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Plus Jakarta Sans"/>
              </a:rPr>
              <a:t>2  City Care checks him in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Plus Jakarta Sans"/>
              </a:rPr>
              <a:t>3  Dr. Bansal signs the Rx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Plus Jakarta Sans"/>
              </a:rPr>
              <a:t>4  Routed to his chosen pharmacy, stock checked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Plus Jakarta Sans"/>
              </a:rPr>
              <a:t>5  Bill sent → Rahul approves → packed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Plus Jakarta Sans"/>
              </a:rPr>
              <a:t>6  Rider → live tracking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Plus Jakarta Sans"/>
              </a:rPr>
              <a:t>7  Low stock → AI PO → supplier delivers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Plus Jakarta Sans"/>
              </a:rPr>
              <a:t>Dr. Saathi guides it step by step; Auto-play runs it hands-free.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774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0774C4"/>
                </a:solidFill>
                <a:latin typeface="Plus Jakarta Sans"/>
              </a:rPr>
              <a:t>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0F172A"/>
                </a:solidFill>
                <a:latin typeface="Manrope"/>
              </a:rPr>
              <a:t>Six Sehat suites, installed like apps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B6B80"/>
                </a:solidFill>
                <a:latin typeface="Plus Jakarta Sans"/>
              </a:rPr>
              <a:t>Sehat · Team ANTIJAREX · GRAVITON 2026 · sehat-ashen.vercel.app</a:t>
            </a:r>
          </a:p>
        </p:txBody>
      </p:sp>
      <p:pic>
        <p:nvPicPr>
          <p:cNvPr id="6" name="Picture 5" descr="mark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6217920" cy="3886200"/>
          </a:xfrm>
          <a:prstGeom prst="rect">
            <a:avLst/>
          </a:prstGeom>
          <a:ln w="12700">
            <a:solidFill>
              <a:srgbClr val="DCE7F5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7040880" y="1554480"/>
            <a:ext cx="4663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0F172A"/>
                </a:solidFill>
                <a:latin typeface="Plus Jakarta Sans"/>
              </a:rPr>
              <a:t>💚 Sehat Copilot (patient) · Free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F172A"/>
                </a:solidFill>
                <a:latin typeface="Plus Jakarta Sans"/>
              </a:rPr>
              <a:t>🩺 Sehat Doctor · ₹999 / month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F172A"/>
                </a:solidFill>
                <a:latin typeface="Plus Jakarta Sans"/>
              </a:rPr>
              <a:t>🧑‍⚕️ Sehat Nurse · ₹499 / month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F172A"/>
                </a:solidFill>
                <a:latin typeface="Plus Jakarta Sans"/>
              </a:rPr>
              <a:t>💊 Sehat Pharmacy · ₹1,499 / month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F172A"/>
                </a:solidFill>
                <a:latin typeface="Plus Jakarta Sans"/>
              </a:rPr>
              <a:t>🚚 Sehat Supply · ₹2,499 / month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F172A"/>
                </a:solidFill>
                <a:latin typeface="Plus Jakarta Sans"/>
              </a:rPr>
              <a:t>🏥 Sehat Hospital · ₹4,999 / month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F172A"/>
                </a:solidFill>
                <a:latin typeface="Plus Jakarta Sans"/>
              </a:rPr>
              <a:t>Each role sees only its own suite and agents.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774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0774C4"/>
                </a:solidFill>
                <a:latin typeface="Plus Jakarta Sans"/>
              </a:rPr>
              <a:t>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0F172A"/>
                </a:solidFill>
                <a:latin typeface="Manrope"/>
              </a:rPr>
              <a:t>AI where it saves time, in the user's language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B6B80"/>
                </a:solidFill>
                <a:latin typeface="Plus Jakarta Sans"/>
              </a:rPr>
              <a:t>Sehat · Team ANTIJAREX · GRAVITON 2026 · sehat-ashen.vercel.app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0F172A"/>
                </a:solidFill>
                <a:latin typeface="Plus Jakarta Sans"/>
              </a:rPr>
              <a:t>📄  Photo or PDF of any report or prescription → read and explained in 10 Indian languages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F172A"/>
                </a:solidFill>
                <a:latin typeface="Plus Jakarta Sans"/>
              </a:rPr>
              <a:t>🎙️  Dr. Saathi: voice and chat in Indian languages, answers in the same language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F172A"/>
                </a:solidFill>
                <a:latin typeface="Plus Jakarta Sans"/>
              </a:rPr>
              <a:t>📦  Stock-out prediction: "Amlodipine runs out in 1 day" → purchase order drafted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F172A"/>
                </a:solidFill>
                <a:latin typeface="Plus Jakarta Sans"/>
              </a:rPr>
              <a:t>🩺  Doctor recommendation by speciality and earliest slot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F172A"/>
                </a:solidFill>
                <a:latin typeface="Plus Jakarta Sans"/>
              </a:rPr>
              <a:t>👵  Senior Mode: spoken reminders, double-dose lock, SOS, caregiver alert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F172A"/>
                </a:solidFill>
                <a:latin typeface="Plus Jakarta Sans"/>
              </a:rPr>
              <a:t>Explains, never diagnoses. Falls back to on-device reading when AI is busy.</a:t>
            </a:r>
          </a:p>
        </p:txBody>
      </p:sp>
      <p:pic>
        <p:nvPicPr>
          <p:cNvPr id="7" name="Picture 6" descr="pharm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463040"/>
            <a:ext cx="5394960" cy="3371850"/>
          </a:xfrm>
          <a:prstGeom prst="rect">
            <a:avLst/>
          </a:prstGeom>
          <a:ln w="12700">
            <a:solidFill>
              <a:srgbClr val="DCE7F5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774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0774C4"/>
                </a:solidFill>
                <a:latin typeface="Plus Jakarta Sans"/>
              </a:rPr>
              <a:t>PATIENT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0F172A"/>
                </a:solidFill>
                <a:latin typeface="Manrope"/>
              </a:rPr>
              <a:t>Built for patients, including elders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B6B80"/>
                </a:solidFill>
                <a:latin typeface="Plus Jakarta Sans"/>
              </a:rPr>
              <a:t>Sehat · Team ANTIJAREX · GRAVITON 2026 · sehat-ashen.vercel.app</a:t>
            </a:r>
          </a:p>
        </p:txBody>
      </p:sp>
      <p:pic>
        <p:nvPicPr>
          <p:cNvPr id="6" name="Picture 5" descr="jour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5486400" cy="3429000"/>
          </a:xfrm>
          <a:prstGeom prst="rect">
            <a:avLst/>
          </a:prstGeom>
          <a:ln w="12700">
            <a:solidFill>
              <a:srgbClr val="DCE7F5"/>
            </a:solidFill>
          </a:ln>
        </p:spPr>
      </p:pic>
      <p:pic>
        <p:nvPicPr>
          <p:cNvPr id="7" name="Picture 6" descr="pati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463040"/>
            <a:ext cx="5486400" cy="3429000"/>
          </a:xfrm>
          <a:prstGeom prst="rect">
            <a:avLst/>
          </a:prstGeom>
          <a:ln w="12700">
            <a:solidFill>
              <a:srgbClr val="DCE7F5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48640" y="51206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5B6B80"/>
                </a:solidFill>
                <a:latin typeface="Plus Jakarta Sans"/>
              </a:rPr>
              <a:t>Daily journal with a pre-visit summary · live medicine tracker · bill approval · Senior Mode in 8 languages. Journal stays private until the patient shares it with the doctor.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774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0774C4"/>
                </a:solidFill>
                <a:latin typeface="Plus Jakarta Sans"/>
              </a:rPr>
              <a:t>REVENUE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0F172A"/>
                </a:solidFill>
                <a:latin typeface="Manrope"/>
              </a:rPr>
              <a:t>Business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B6B80"/>
                </a:solidFill>
                <a:latin typeface="Plus Jakarta Sans"/>
              </a:rPr>
              <a:t>Sehat · Team ANTIJAREX · GRAVITON 2026 · sehat-ashen.vercel.app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3566160" cy="2377440"/>
          </a:xfrm>
          <a:prstGeom prst="roundRect">
            <a:avLst/>
          </a:prstGeom>
          <a:solidFill>
            <a:srgbClr val="EAF3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2880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000" b="1">
                <a:solidFill>
                  <a:srgbClr val="0774C4"/>
                </a:solidFill>
                <a:latin typeface="Manrope"/>
              </a:rPr>
              <a:t>SaaS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6032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lus Jakarta Sans"/>
              </a:rPr>
              <a:t>Monthly suites for hospitals, doctors, nurses, pharmacies and distributors. Patients free.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645920"/>
            <a:ext cx="3566160" cy="2377440"/>
          </a:xfrm>
          <a:prstGeom prst="roundRect">
            <a:avLst/>
          </a:prstGeom>
          <a:solidFill>
            <a:srgbClr val="EAF3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182880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000" b="1">
                <a:solidFill>
                  <a:srgbClr val="0774C4"/>
                </a:solidFill>
                <a:latin typeface="Manrope"/>
              </a:rPr>
              <a:t>Network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256032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lus Jakarta Sans"/>
              </a:rPr>
              <a:t>Every pharmacy and distributor that joins brings its customers: each new member makes the network more useful.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645920"/>
            <a:ext cx="3566160" cy="2377440"/>
          </a:xfrm>
          <a:prstGeom prst="roundRect">
            <a:avLst/>
          </a:prstGeom>
          <a:solidFill>
            <a:srgbClr val="EAF3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182880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000" b="1">
                <a:solidFill>
                  <a:srgbClr val="0774C4"/>
                </a:solidFill>
                <a:latin typeface="Manrope"/>
              </a:rPr>
              <a:t>Add-ons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256032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lus Jakarta Sans"/>
              </a:rPr>
              <a:t>Delivery dispatch, supply-chain AI and Senior Mode alerts as paid agents.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38912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Plus Jakarta Sans"/>
              </a:rPr>
              <a:t>Example clinic network: 1 hospital ₹4,999 + 10 doctors ₹9,990 + 3 pharmacies ₹4,497 + 1 distributor ₹2,499 ≈ ₹22,000 / month.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Plus Jakarta Sans"/>
              </a:rPr>
              <a:t>Prices are our proposed launch pricing.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774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0774C4"/>
                </a:solidFill>
                <a:latin typeface="Plus Jakarta Sans"/>
              </a:rPr>
              <a:t>EDGE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0F172A"/>
                </a:solidFill>
                <a:latin typeface="Manrope"/>
              </a:rPr>
              <a:t>Why Sehat wins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B6B80"/>
                </a:solidFill>
                <a:latin typeface="Plus Jakarta Sans"/>
              </a:rPr>
              <a:t>Sehat · Team ANTIJAREX · GRAVITON 2026 · sehat-ashen.vercel.app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Plus Jakarta Sans"/>
              </a:rPr>
              <a:t>✓  Connected, not another single app: six roles share one live network across devices today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Plus Jakarta Sans"/>
              </a:rPr>
              <a:t>✓  Works in Indian languages end to end: reports, chat, voice, Senior Mode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Plus Jakarta Sans"/>
              </a:rPr>
              <a:t>✓  Consent built in: each role sees only what it needs; journal shared only with consent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Plus Jakarta Sans"/>
              </a:rPr>
              <a:t>✓  Demo-proof: runs offline on a device, AI has fallbacks, Auto-play needs no keys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Plus Jakarta Sans"/>
              </a:rPr>
              <a:t>✓  Honest foundation: Sehat Copilot (patient app) was our earlier project; at GRAVITON we built the network around it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Plus Jakarta Sans"/>
              </a:rPr>
              <a:t>Next: per-user accounts with database-level access control, WhatsApp/SMS alerts, pharmacy catalogue images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774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0774C4"/>
                </a:solidFill>
                <a:latin typeface="Plus Jakarta Sans"/>
              </a:rPr>
              <a:t>TEAM &amp;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0F172A"/>
                </a:solidFill>
                <a:latin typeface="Manrope"/>
              </a:rPr>
              <a:t>Team ANTIJAREX · CGC University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B6B80"/>
                </a:solidFill>
                <a:latin typeface="Plus Jakarta Sans"/>
              </a:rPr>
              <a:t>Sehat · Team ANTIJAREX · GRAVITON 2026 · sehat-ashen.vercel.app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Plus Jakarta Sans"/>
              </a:rPr>
              <a:t>Team members: (add names and roles)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Plus Jakarta Sans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Plus Jakarta Sans"/>
              </a:rPr>
              <a:t>Built at GRAVITON 2026 (24h, open innovation).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645920"/>
            <a:ext cx="5212080" cy="3108960"/>
          </a:xfrm>
          <a:prstGeom prst="roundRect">
            <a:avLst/>
          </a:prstGeom>
          <a:solidFill>
            <a:srgbClr val="EAF3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182880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000" b="1">
                <a:solidFill>
                  <a:srgbClr val="0774C4"/>
                </a:solidFill>
                <a:latin typeface="Manrope"/>
              </a:rPr>
              <a:t>Our ask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2560320"/>
            <a:ext cx="47548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lus Jakarta Sans"/>
              </a:rPr>
              <a:t>Pilot with one hospital, five pharmacies and one distributor in Mohali for 30 days, and mentorship on healthcare data compliance.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1206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0774C4"/>
                </a:solidFill>
                <a:latin typeface="Plus Jakarta Sans"/>
              </a:rPr>
              <a:t>Try it: sehat-ashen.vercel.app → Live demo → ▶ Auto-play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