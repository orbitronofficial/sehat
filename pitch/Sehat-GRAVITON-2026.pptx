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hat-ashen.vercel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822960" cy="822960"/>
          </a:xfrm>
          <a:prstGeom prst="roundRect">
            <a:avLst>
              <a:gd name="adj" fmla="val 8000"/>
            </a:avLst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4572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0F172A"/>
                </a:solidFill>
                <a:latin typeface="Manrope"/>
              </a:rPr>
              <a:t>Sehat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6692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0F172A"/>
                </a:solidFill>
                <a:latin typeface="Manrope"/>
              </a:rPr>
              <a:t>Your health, connected:
from doctor to doorstep.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B6B80"/>
                </a:solidFill>
                <a:latin typeface="Plus Jakarta Sans"/>
              </a:rPr>
              <a:t>One app for patients and families, live-connected to hospitals, doctors, pharmacies and suppliers. In your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774C4"/>
                </a:solidFill>
                <a:latin typeface="Plus Jakarta Sans"/>
              </a:rPr>
              <a:t>GRAVITON 2026  ·  Team ANTIJAREX  ·  CGC University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40080" y="5623560"/>
            <a:ext cx="4206240" cy="640080"/>
          </a:xfrm>
          <a:prstGeom prst="roundRect">
            <a:avLst>
              <a:gd name="adj" fmla="val 50000"/>
            </a:avLst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🔗  Try it live: sehat-ashen.vercel.app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207007"/>
            <a:ext cx="5358384" cy="3403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Getting care in India is a maze for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71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1 : 1,194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971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One allopathic doctor for every ~1,200 people. Long queues, rushed visits.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79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6B80"/>
                </a:solidFill>
                <a:latin typeface="Plus Jakarta Sans"/>
              </a:rPr>
              <a:t>Allopathic-only estimate (govt 1:834 includes AYUSH)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71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2 in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2971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Chronic patients in one study were not taking medicines as prescribed.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11879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6B80"/>
                </a:solidFill>
                <a:latin typeface="Plus Jakarta Sans"/>
              </a:rPr>
              <a:t>Chennai urban health centre study (WHO IMSEAR)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2971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₹1.61 L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2971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Spent by Indians on medicines in a year, mostly from their own pocket.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79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6B80"/>
                </a:solidFill>
                <a:latin typeface="Plus Jakarta Sans"/>
              </a:rPr>
              <a:t>National Health Accounts 2022-23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Plus Jakarta Sans"/>
              </a:rPr>
              <a:t>Patients run between clinic, pharmacy and lab, lose prescriptions, cannot read their reports,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0F172A"/>
                </a:solidFill>
                <a:latin typeface="Plus Jakarta Sans"/>
              </a:rPr>
              <a:t>and elders forget doses. Nothing is connected.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A DAY WITHOUT VS WITH SEHAT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Meet Rahul and his mother Sunita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4343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B91C1C"/>
                </a:solidFill>
                <a:latin typeface="Plus Jakarta Sans"/>
              </a:rPr>
              <a:t>Without Sehat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✗  Waits hours to see a doctor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✗  Carries a paper prescription to 3 chemists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✗  Cannot understand his lab report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✗  Mother forgets her BP tablet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✗  No one knows if she needs help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4343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59669"/>
                </a:solidFill>
                <a:latin typeface="Plus Jakarta Sans"/>
              </a:rPr>
              <a:t>With Sehat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✓  Books the right doctor in a minute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✓  Prescription goes straight to his pharmacy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✓  Report explained in Hindi or Punjabi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✓  Mother gets spoken reminders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Plus Jakarta Sans"/>
              </a:rPr>
              <a:t>✓  One tap SOS alerts family and hospital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One app for patients, connected to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4892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Patient &amp;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3055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Book, track medicines, understand reports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97480"/>
            <a:ext cx="4892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09067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Sees every booking live, beds, doctors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57600"/>
            <a:ext cx="4892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50791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Queue by urgency, prescription in one tap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617720"/>
            <a:ext cx="4892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Pharmacy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01091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Gets prescriptions live, sends the bill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62356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577840"/>
            <a:ext cx="48920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97103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Restocks pharmacies before they run 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1709928"/>
            <a:ext cx="5175504" cy="32895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8308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RAHUL'S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From symptom to doorstep,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74519"/>
            <a:ext cx="502920" cy="502920"/>
          </a:xfrm>
          <a:prstGeom prst="ellipse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  <a:latin typeface="Manrope"/>
              </a:rPr>
              <a:t>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2402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Plus Jakarta Sans"/>
              </a:rPr>
              <a:t>Types "fever": right doctor and earliest slot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874519"/>
            <a:ext cx="502920" cy="502920"/>
          </a:xfrm>
          <a:prstGeom prst="ellipse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74519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  <a:latin typeface="Manrope"/>
              </a:rPr>
              <a:t>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22402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Plus Jakarta Sans"/>
              </a:rPr>
              <a:t>Hospital checks him in, doctor signs the prescription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1874519"/>
            <a:ext cx="502920" cy="502920"/>
          </a:xfrm>
          <a:prstGeom prst="ellipse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74519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  <a:latin typeface="Manrope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2402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Plus Jakarta Sans"/>
              </a:rPr>
              <a:t>His pharmacy sends the bill, Rahul approves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69164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39" y="1874519"/>
            <a:ext cx="502920" cy="502920"/>
          </a:xfrm>
          <a:prstGeom prst="ellipse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1874519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  <a:latin typeface="Manrope"/>
              </a:rPr>
              <a:t>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514600"/>
            <a:ext cx="22402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Plus Jakarta Sans"/>
              </a:rPr>
              <a:t>Rider brings it home, tracked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2728" y="3447288"/>
            <a:ext cx="4352544" cy="27752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520440"/>
            <a:ext cx="4206240" cy="26289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56248" y="3447288"/>
            <a:ext cx="4352544" cy="27752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harm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52044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AI THAT HELPS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Your report, explained in your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Photo or PDF of any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3055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Lab reports, prescriptions, discharge summaries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🗣️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9748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10 Indian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09067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Hindi, Punjabi, Tamil, Bengali, Telugu and more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5760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Dr. Saathi voice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50791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Ask by speaking, answers in the same language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61772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Safe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01091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Explains, never diagnoses; our code flags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9008" y="1709928"/>
            <a:ext cx="5907024" cy="338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FOR ELDERS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Senior Mode: built for Dadi and Nani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Three big buttons, nothing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3055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Medicines now · talk to Dr. Saathi · SOS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9748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Spoken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09067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In her language, with a lock against double doses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5760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Family is alerted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50791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If a dose is 45 minutes late, her son is told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61772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One-tap 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01091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Alerts the hospital with her history, calls 112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9008" y="1709928"/>
            <a:ext cx="5907024" cy="33867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n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Private by default. Shared only with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Daily journal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3055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Mood, symptoms, sleep in a minute; a pre-visit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9748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Patient owns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09067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Pharmacy and others never see the journal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5760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Doctor sees it only when shared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50791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Stop sharing any time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👁️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617720"/>
            <a:ext cx="4160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Each role sees only its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010912"/>
            <a:ext cx="4160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Hospital: its bookings · pharmacy: its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9008" y="1709928"/>
            <a:ext cx="5907024" cy="37467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ou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Free for patients. Simple monthly plans for providers.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Plus Jakarta Sans"/>
              </a:rPr>
              <a:t>PATIENTS &amp;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7200" b="1">
                <a:solidFill>
                  <a:srgbClr val="FFFFFF"/>
                </a:solidFill>
                <a:latin typeface="Manrope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6576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Plus Jakarta Sans"/>
              </a:rPr>
              <a:t>Free forever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Plus Jakarta Sans"/>
              </a:rPr>
              <a:t>Booking, tracking, reports explained, journal, Senior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6446520" cy="658368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856231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Plus Jakarta Sans"/>
              </a:rPr>
              <a:t>🩺  Doctor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56231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>
                <a:solidFill>
                  <a:srgbClr val="0774C4"/>
                </a:solidFill>
                <a:latin typeface="Plus Jakarta Sans"/>
              </a:rPr>
              <a:t>₹999 /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505456"/>
            <a:ext cx="64465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624327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Plus Jakarta Sans"/>
              </a:rPr>
              <a:t>🧑‍⚕️  Nurse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24327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>
                <a:solidFill>
                  <a:srgbClr val="0774C4"/>
                </a:solidFill>
                <a:latin typeface="Plus Jakarta Sans"/>
              </a:rPr>
              <a:t>₹499 /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273552"/>
            <a:ext cx="6446520" cy="658368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39242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Plus Jakarta Sans"/>
              </a:rPr>
              <a:t>💊  Pharmacy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92424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>
                <a:solidFill>
                  <a:srgbClr val="0774C4"/>
                </a:solidFill>
                <a:latin typeface="Plus Jakarta Sans"/>
              </a:rPr>
              <a:t>₹1,499 /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041648"/>
            <a:ext cx="64465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41605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Plus Jakarta Sans"/>
              </a:rPr>
              <a:t>🚚  Supplier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>
                <a:solidFill>
                  <a:srgbClr val="0774C4"/>
                </a:solidFill>
                <a:latin typeface="Plus Jakarta Sans"/>
              </a:rPr>
              <a:t>₹2,499 /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4809744"/>
            <a:ext cx="6446520" cy="658368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492861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Plus Jakarta Sans"/>
              </a:rPr>
              <a:t>🏥  Hospital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28616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800" b="1">
                <a:solidFill>
                  <a:srgbClr val="0774C4"/>
                </a:solidFill>
                <a:latin typeface="Plus Jakarta Sans"/>
              </a:rPr>
              <a:t>₹4,999 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62356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B80"/>
                </a:solidFill>
                <a:latin typeface="Plus Jakarta Sans"/>
              </a:rPr>
              <a:t>Providers pay because Sehat brings them patients and saves staff time. Proposed launch pricing.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Working today, not a mock-up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6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Live across separate devices, synced in about a second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140/140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8892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Fields read correctly on our printed report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2103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Indian languages for reports and voice; 8 in Senior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73736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65960"/>
            <a:ext cx="1874519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774C4"/>
                </a:solidFill>
                <a:latin typeface="Manrope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88920"/>
            <a:ext cx="187451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Plus Jakarta Sans"/>
              </a:rPr>
              <a:t>Server libraries to install: pure Python, deployed on 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B80"/>
                </a:solidFill>
                <a:latin typeface="Plus Jakarta Sans"/>
              </a:rPr>
              <a:t>Try it now: sehat-ashen.vercel.app  →  Live demo  →  ▶ Auto-play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B80"/>
                </a:solidFill>
                <a:latin typeface="Plus Jakarta Sans"/>
              </a:rPr>
              <a:t>Benchmark is on clean printed samples; real handwritten prescriptions go through a review screen.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7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774C4"/>
                </a:solidFill>
                <a:latin typeface="Plus Jakarta Sans"/>
              </a:rPr>
              <a:t>OUR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Manrope"/>
              </a:rPr>
              <a:t>Why Sehat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B80"/>
                </a:solidFill>
                <a:latin typeface="Plus Jakarta Sans"/>
              </a:rPr>
              <a:t>Sehat  ·  Team ANTIJAREX  ·  GRAVITON 2026  ·  </a:t>
            </a:r>
            <a:r>
              <a:rPr sz="1100" b="1">
                <a:solidFill>
                  <a:srgbClr val="0774C4"/>
                </a:solidFill>
                <a:latin typeface="Plus Jakarta Sans"/>
                <a:hlinkClick r:id="rId2"/>
              </a:rPr>
              <a:t>sehat-ashen.vercel.app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5B6B80"/>
                </a:solidFill>
                <a:latin typeface="Plus Jakarta Sans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37360"/>
            <a:ext cx="10195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Connected, not another single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30552"/>
            <a:ext cx="10195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Patient, hospital, doctor, pharmacy and supplier on one live network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🗣️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97480"/>
            <a:ext cx="10195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Indian languages,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090672"/>
            <a:ext cx="10195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Reports, chat, voice and Senior Mode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57600"/>
            <a:ext cx="10195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Consent built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50791"/>
            <a:ext cx="10195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Patients decide who sees what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617720"/>
            <a:ext cx="10195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Designed for elders too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5010912"/>
            <a:ext cx="10195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The Dadi / Nani test: big buttons, voice, SOS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623560"/>
            <a:ext cx="566928" cy="566928"/>
          </a:xfrm>
          <a:prstGeom prst="ellipse">
            <a:avLst/>
          </a:prstGeom>
          <a:solidFill>
            <a:srgbClr val="EA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577840"/>
            <a:ext cx="10195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F172A"/>
                </a:solidFill>
                <a:latin typeface="Plus Jakarta Sans"/>
              </a:rPr>
              <a:t>Honest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971032"/>
            <a:ext cx="10195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B6B80"/>
                </a:solidFill>
                <a:latin typeface="Plus Jakarta Sans"/>
              </a:rPr>
              <a:t>Sehat Copilot was our earlier patient app; at GRAVITON we built the network around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