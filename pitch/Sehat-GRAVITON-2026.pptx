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822960" cy="822960"/>
          </a:xfrm>
          <a:prstGeom prst="roundRect">
            <a:avLst>
              <a:gd name="adj" fmla="val 8000"/>
            </a:avLst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188720"/>
            <a:ext cx="4572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0F172A"/>
                </a:solidFill>
                <a:latin typeface="Manrope"/>
              </a:rPr>
              <a:t>Sehat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6692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Your health, connected:
from doctor to doorstep.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B6B80"/>
                </a:solidFill>
                <a:latin typeface="Plus Jakarta Sans"/>
              </a:rPr>
              <a:t>One app for patients and families, live-connected to hospitals, doctors, pharmacies and suppliers. In your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774C4"/>
                </a:solidFill>
                <a:latin typeface="Plus Jakarta Sans"/>
              </a:rPr>
              <a:t>GRAVITON 2026  ·  Team ANTIJAREX  ·  CGC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Live: sehat-ashen.vercel.app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1207007"/>
            <a:ext cx="5358384" cy="3403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Getting care in India is a maze for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 : 1,194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One allopathic doctor for every ~1,200 people. Long queues, rushed visits.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Allopathic-only estimate (govt 1:834 includes AYUSH)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2 in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Chronic patients in one study were not taking medicines as prescribed.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Chennai urban health centre study (WHO IMSEAR)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3736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965960"/>
            <a:ext cx="2971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₹1.61 L 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2971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Spent by Indians on medicines in a year, mostly from their own pocket.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611879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National Health Accounts 2022-23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Patients run between clinic, pharmacy and lab, lose prescriptions, cannot read their reports,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0F172A"/>
                </a:solidFill>
                <a:latin typeface="Plus Jakarta Sans"/>
              </a:rPr>
              <a:t>and elders forget doses. Nothing is connected.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A DAY WITHOUT VS WITH SEHAT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Meet Rahul and his mother Sunita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B91C1C"/>
                </a:solidFill>
                <a:latin typeface="Plus Jakarta Sans"/>
              </a:rPr>
              <a:t>Without Sehat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Waits hours to see a doctor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Carries a paper prescription to 3 chemists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Cannot understand his lab report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Mother forgets her BP tablet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✗  No one knows if she needs help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349240" cy="4343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59669"/>
                </a:solidFill>
                <a:latin typeface="Plus Jakarta Sans"/>
              </a:rPr>
              <a:t>With Sehat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68880"/>
            <a:ext cx="48463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Books the right doctor in a minute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Prescription goes straight to his pharmacy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Report explained in Hindi or Punjabi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Mother gets spoken reminders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One tap SOS alerts family and hospital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One app for patients, connected to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Patient &amp;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Book, track medicines, understand reports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Sees every booking live, beds, doctors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Doctor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Queue by urgency, prescription in one tap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Pharmacy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Gets prescriptions live, sends the bill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62356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5577840"/>
            <a:ext cx="48920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Supplier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5971032"/>
            <a:ext cx="4892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Restocks pharmacies before they run 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1709928"/>
            <a:ext cx="5175504" cy="32895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8308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RAHUL'S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From symptom to doorstep,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Types "fever": right doctor and earliest slot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5760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Hospital checks him in, doctor signs the prescription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His pharmacy sends the bill, Rahul approves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39" y="169164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39" y="1874519"/>
            <a:ext cx="502920" cy="502920"/>
          </a:xfrm>
          <a:prstGeom prst="ellipse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1874519"/>
            <a:ext cx="1645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F172A"/>
                </a:solidFill>
                <a:latin typeface="Manrope"/>
              </a:rPr>
              <a:t>Delivered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514600"/>
            <a:ext cx="22402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Rider brings it home, tracked 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52728" y="3447288"/>
            <a:ext cx="4352544" cy="27752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3520440"/>
            <a:ext cx="4206240" cy="26289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556248" y="3447288"/>
            <a:ext cx="4352544" cy="27752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52044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AI THAT HELPS PATIENTS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Your report, explained in your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Photo or PDF of any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Lab reports, prescriptions, discharge summaries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10 Indian 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Hindi, Punjabi, Tamil, Bengali, Telugu and more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Dr. Saathi voice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Ask by speaking, answers in the same language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Safe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Explains, never diagnoses; our code flags values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3867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FOR ELDERS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Senior Mode: built for Dadi and Nani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7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Three big buttons, nothing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Medicines now · talk to Dr. Saathi · SOS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Spoken reminders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In her language, with a lock against double doses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Family is alerted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If a dose is 45 minutes late, her son is told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One-tap SOS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Alerts the hospital with her history, calls 112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3867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2404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Private by default. Shared only with consent.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8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Daily journal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Mood, symptoms, sleep in a minute; a pre-visit summary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Patient owns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Pharmacy and others never see the journal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Doctor sees it only when 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Stop sharing any time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👁️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4160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Each role sees only its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4160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Hospital: its bookings · pharmacy: its orders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79008" y="1709928"/>
            <a:ext cx="5907024" cy="37467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8308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Free for patients. Simple monthly plans for providers.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4206240" cy="4206240"/>
          </a:xfrm>
          <a:prstGeom prst="roundRect">
            <a:avLst>
              <a:gd name="adj" fmla="val 8000"/>
            </a:avLst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Plus Jakarta Sans"/>
              </a:rPr>
              <a:t>PATIENTS &amp;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3657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7200" b="1">
                <a:solidFill>
                  <a:srgbClr val="FFFFFF"/>
                </a:solidFill>
                <a:latin typeface="Manrope"/>
              </a:rPr>
              <a:t>₹0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365760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lus Jakarta Sans"/>
              </a:rPr>
              <a:t>Free forever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lus Jakarta Sans"/>
              </a:rPr>
              <a:t>Booking, tracking, reports explained, journal, Senior Mode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737360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185623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🩺  Doctor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856231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₹999 / month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05456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262432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🧑‍⚕️  Nurse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24327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₹499 / month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3273552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339242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💊  Pharmacy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92424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₹1,499 / month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4041648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41605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🚚  Supplier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₹2,499 / month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4809744"/>
            <a:ext cx="6446520" cy="658368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492861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Plus Jakarta Sans"/>
              </a:rPr>
              <a:t>🏥  Hospital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928616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₹4,999 / 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6235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B6B80"/>
                </a:solidFill>
                <a:latin typeface="Plus Jakarta Sans"/>
              </a:rPr>
              <a:t>Providers pay because Sehat brings them patients and saves staff time. Proposed launch pricing.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Working today, not a mock-up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6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Live across separate devices, synced in about a second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140/140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Fields read correctly on our printed report benchmark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88920"/>
            <a:ext cx="2103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Indian languages for reports and voice; 8 in Senior Mode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737360"/>
            <a:ext cx="2423160" cy="2286000"/>
          </a:xfrm>
          <a:prstGeom prst="roundRect">
            <a:avLst>
              <a:gd name="adj" fmla="val 8000"/>
            </a:avLst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965960"/>
            <a:ext cx="1874519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0774C4"/>
                </a:solidFill>
                <a:latin typeface="Manrope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187451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Server libraries to install: pure Python, deployed on Vercel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0972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B80"/>
                </a:solidFill>
                <a:latin typeface="Plus Jakarta Sans"/>
              </a:rPr>
              <a:t>Try it now: sehat-ashen.vercel.app  →  Live demo  →  ▶ Auto-play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B80"/>
                </a:solidFill>
                <a:latin typeface="Plus Jakarta Sans"/>
              </a:rPr>
              <a:t>Benchmark is on clean printed samples; real handwritten prescriptions go through a review screen.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77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774C4"/>
                </a:solidFill>
                <a:latin typeface="Plus Jakarta Sans"/>
              </a:rPr>
              <a:t>OUR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Manrope"/>
              </a:rPr>
              <a:t>Why Sehat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B6B80"/>
                </a:solidFill>
                <a:latin typeface="Plus Jakarta Sans"/>
              </a:rPr>
              <a:t>Sehat  ·  Team ANTIJAREX  ·  GRAVITON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1">
                <a:solidFill>
                  <a:srgbClr val="5B6B80"/>
                </a:solidFill>
                <a:latin typeface="Plus Jakarta Sans"/>
              </a:rPr>
              <a:t>11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3736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Connected, not another single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13055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Patient, hospital, doctor, pharmacy and supplier on one live network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4320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🗣️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69748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Indian languages, end to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309067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Reports, chat, voice and Senior Mode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5760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Consent built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50791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Patients decide who sees what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6344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461772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Designed for elders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501091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The Dadi / Nani test: big buttons, voice, SOS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623560"/>
            <a:ext cx="566928" cy="566928"/>
          </a:xfrm>
          <a:prstGeom prst="ellipse">
            <a:avLst/>
          </a:prstGeom>
          <a:solidFill>
            <a:srgbClr val="EA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/>
              <a:t>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5577840"/>
            <a:ext cx="10195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0F172A"/>
                </a:solidFill>
                <a:latin typeface="Plus Jakarta Sans"/>
              </a:rPr>
              <a:t>Honest foundation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5971032"/>
            <a:ext cx="10195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Sehat Copilot was our earlier patient app; at GRAVITON we built the network around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